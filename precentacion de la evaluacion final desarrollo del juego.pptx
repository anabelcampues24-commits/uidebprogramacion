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68" r:id="rId2"/>
    <p:sldId id="269" r:id="rId3"/>
    <p:sldId id="267" r:id="rId4"/>
    <p:sldId id="270" r:id="rId5"/>
    <p:sldId id="271" r:id="rId6"/>
    <p:sldId id="272" r:id="rId7"/>
    <p:sldId id="273" r:id="rId8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3E57"/>
    <a:srgbClr val="184259"/>
    <a:srgbClr val="9C4E4E"/>
    <a:srgbClr val="700000"/>
    <a:srgbClr val="5E2001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52" autoAdjust="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370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72BF7510-B9ED-40E0-8274-4F64AD62B8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95E24B0-B97F-4932-93CD-4307D6181D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C233B83-B6D0-418E-B98E-4952F3282A56}" type="datetime1">
              <a:rPr lang="es-ES" smtClean="0"/>
              <a:t>24/02/2026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FC3A0DF-A8A7-4EF4-96E5-757FFFC2A93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22BEC987-E8F6-4FD2-BFB2-04815BD1D2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C078EF9-7F2B-4B20-A25C-9E80C16977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0114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9813A5A-3BC6-4270-9AE1-7A53DFC90DEC}" type="datetime1">
              <a:rPr lang="es-ES" noProof="0" smtClean="0"/>
              <a:t>24/02/2026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AAF9CF-D1E5-49FD-94F7-B246BB67E246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6292858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AAF9CF-D1E5-49FD-94F7-B246BB67E246}" type="slidenum">
              <a:rPr lang="es-ES" noProof="0" smtClean="0"/>
              <a:t>1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866837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AAF9CF-D1E5-49FD-94F7-B246BB67E246}" type="slidenum">
              <a:rPr lang="es-ES" noProof="0" smtClean="0"/>
              <a:t>2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243798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AAF9CF-D1E5-49FD-94F7-B246BB67E246}" type="slidenum">
              <a:rPr lang="es-ES" noProof="0" smtClean="0"/>
              <a:t>3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554711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y contenido">
    <p:bg bwMode="blackGray"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840914" cy="1260000"/>
          </a:xfrm>
        </p:spPr>
        <p:txBody>
          <a:bodyPr rtlCol="0" anchor="ctr" anchorCtr="0">
            <a:normAutofit/>
          </a:bodyPr>
          <a:lstStyle>
            <a:lvl1pPr>
              <a:defRPr sz="30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5801" y="1869601"/>
            <a:ext cx="10840914" cy="3921600"/>
          </a:xfrm>
        </p:spPr>
        <p:txBody>
          <a:bodyPr rtlCol="0" anchor="t" anchorCtr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8F2F863-F080-4BC3-A3C7-A33C770BC2F3}" type="datetime1">
              <a:rPr lang="es-ES" noProof="0" smtClean="0"/>
              <a:t>24/02/2026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328F7C25-BFB6-430F-87B6-7D0D2C749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185517" y="1223433"/>
            <a:ext cx="504000" cy="0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262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 bwMode="blackGray"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1786"/>
            <a:ext cx="12188825" cy="6856214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76500" y="2716272"/>
            <a:ext cx="8683625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2476500" y="5137736"/>
            <a:ext cx="8683625" cy="73284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 rtlCol="0"/>
          <a:lstStyle/>
          <a:p>
            <a:pPr rtl="0"/>
            <a:fld id="{15E1E895-E870-4556-8665-5DE714DEB164}" type="datetime1">
              <a:rPr lang="es-ES" noProof="0" smtClean="0"/>
              <a:t>24/02/2026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 rtlCol="0"/>
          <a:lstStyle/>
          <a:p>
            <a:pPr rtl="0"/>
            <a:fld id="{5D99DD2A-B520-4620-9B43-64B657BA2D42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0629371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2450" y="1874308"/>
            <a:ext cx="3814235" cy="1260000"/>
          </a:xfrm>
        </p:spPr>
        <p:txBody>
          <a:bodyPr rtlCol="0" anchor="ctr" anchorCtr="0">
            <a:noAutofit/>
          </a:bodyPr>
          <a:lstStyle>
            <a:lvl1pPr algn="r">
              <a:defRPr sz="30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648200" y="0"/>
            <a:ext cx="7543800" cy="6856214"/>
          </a:xfrm>
        </p:spPr>
        <p:txBody>
          <a:bodyPr rtlCol="0" anchor="ctr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552450" y="3134308"/>
            <a:ext cx="3814235" cy="201660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F512E87-1843-45B8-8BC1-B617A4B373C3}" type="datetime1">
              <a:rPr lang="es-ES" noProof="0" smtClean="0"/>
              <a:t>24/02/2026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06338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descripción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 descr="Celestia-R1---OverlayContentHD.png">
            <a:extLst>
              <a:ext uri="{FF2B5EF4-FFF2-40B4-BE49-F238E27FC236}">
                <a16:creationId xmlns:a16="http://schemas.microsoft.com/office/drawing/2014/main" id="{A1E35E73-B2F7-41DF-AAD2-58E6BE271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840914" cy="1260000"/>
          </a:xfrm>
        </p:spPr>
        <p:txBody>
          <a:bodyPr rtlCol="0" anchor="ctr" anchorCtr="0">
            <a:normAutofit/>
          </a:bodyPr>
          <a:lstStyle>
            <a:lvl1pPr>
              <a:defRPr sz="30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85799" y="1881824"/>
            <a:ext cx="10840914" cy="1032826"/>
          </a:xfrm>
        </p:spPr>
        <p:txBody>
          <a:bodyPr rtlCol="0" anchor="t" anchorCtr="0">
            <a:no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EF3746-C198-4D65-84FA-2AA777BBB469}" type="datetime1">
              <a:rPr lang="es-ES" noProof="0" smtClean="0"/>
              <a:t>24/02/2026</a:t>
            </a:fld>
            <a:endParaRPr lang="es-ES" noProof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B47DAE59-9D63-4159-8F3E-560C31F19A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16192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2" name="Marcador de texto 2">
            <a:extLst>
              <a:ext uri="{FF2B5EF4-FFF2-40B4-BE49-F238E27FC236}">
                <a16:creationId xmlns:a16="http://schemas.microsoft.com/office/drawing/2014/main" id="{4249143D-80A5-4E4C-BBFD-F253500CE22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85799" y="2914650"/>
            <a:ext cx="10840914" cy="502126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0" name="Marcador de texto 5">
            <a:extLst>
              <a:ext uri="{FF2B5EF4-FFF2-40B4-BE49-F238E27FC236}">
                <a16:creationId xmlns:a16="http://schemas.microsoft.com/office/drawing/2014/main" id="{B06123F0-984B-4EF8-9945-3621C401B7A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65366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1" name="Marcador de texto 5">
            <a:extLst>
              <a:ext uri="{FF2B5EF4-FFF2-40B4-BE49-F238E27FC236}">
                <a16:creationId xmlns:a16="http://schemas.microsoft.com/office/drawing/2014/main" id="{A669C074-A9BE-4B07-ACEE-3B34AAC8B9E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48424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9" name="Marcador de texto 5">
            <a:extLst>
              <a:ext uri="{FF2B5EF4-FFF2-40B4-BE49-F238E27FC236}">
                <a16:creationId xmlns:a16="http://schemas.microsoft.com/office/drawing/2014/main" id="{84A40D78-D6DD-41A7-A132-9D48DF8649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82308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8" name="Marcador de texto 5">
            <a:extLst>
              <a:ext uri="{FF2B5EF4-FFF2-40B4-BE49-F238E27FC236}">
                <a16:creationId xmlns:a16="http://schemas.microsoft.com/office/drawing/2014/main" id="{4A9CFAA7-850F-4C92-A9BE-56452E5CA0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99250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CC5A0CF1-9FE7-4149-97DC-522163914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185517" y="1242483"/>
            <a:ext cx="504000" cy="0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3639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57326" y="995967"/>
            <a:ext cx="6238874" cy="1260000"/>
          </a:xfrm>
        </p:spPr>
        <p:txBody>
          <a:bodyPr rtlCol="0" anchor="ctr" anchorCtr="0">
            <a:noAutofit/>
          </a:bodyPr>
          <a:lstStyle>
            <a:lvl1pPr algn="r">
              <a:defRPr sz="30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4" name="Marcador de posición de imagen 2"/>
          <p:cNvSpPr>
            <a:spLocks noGrp="1" noChangeAspect="1"/>
          </p:cNvSpPr>
          <p:nvPr>
            <p:ph type="pic" idx="1"/>
          </p:nvPr>
        </p:nvSpPr>
        <p:spPr bwMode="blackGray">
          <a:xfrm>
            <a:off x="8014200" y="995968"/>
            <a:ext cx="3492000" cy="4866064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085849" y="2255967"/>
            <a:ext cx="6610351" cy="3476618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7E88A2E-5C46-4691-B090-988B80D53E95}" type="datetime1">
              <a:rPr lang="es-ES" noProof="0" smtClean="0"/>
              <a:t>24/02/2026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969382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leyenda a la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657974" y="995968"/>
            <a:ext cx="4848225" cy="1260000"/>
          </a:xfrm>
        </p:spPr>
        <p:txBody>
          <a:bodyPr rtlCol="0" anchor="ctr" anchorCtr="0">
            <a:normAutofit/>
          </a:bodyPr>
          <a:lstStyle>
            <a:lvl1pPr algn="l">
              <a:defRPr sz="30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4" name="Marcador de posición de imagen 2"/>
          <p:cNvSpPr>
            <a:spLocks noGrp="1" noChangeAspect="1"/>
          </p:cNvSpPr>
          <p:nvPr>
            <p:ph type="pic" idx="1"/>
          </p:nvPr>
        </p:nvSpPr>
        <p:spPr bwMode="blackGray">
          <a:xfrm>
            <a:off x="727574" y="914400"/>
            <a:ext cx="5749425" cy="4818185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657974" y="2255968"/>
            <a:ext cx="4848225" cy="3476617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F6AAA79-353A-4D8B-B197-078C2ECDF591}" type="datetime1">
              <a:rPr lang="es-ES" noProof="0" smtClean="0"/>
              <a:t>24/02/2026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832959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Cuadro de texto 14"/>
          <p:cNvSpPr txBox="1"/>
          <p:nvPr/>
        </p:nvSpPr>
        <p:spPr bwMode="white">
          <a:xfrm>
            <a:off x="10571243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s-ES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Cuadro de texto 10"/>
          <p:cNvSpPr txBox="1"/>
          <p:nvPr/>
        </p:nvSpPr>
        <p:spPr bwMode="white">
          <a:xfrm>
            <a:off x="100262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s-ES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320801" y="609601"/>
            <a:ext cx="9550399" cy="2743199"/>
          </a:xfrm>
        </p:spPr>
        <p:txBody>
          <a:bodyPr rtlCol="0" anchor="ctr">
            <a:normAutofit/>
          </a:bodyPr>
          <a:lstStyle>
            <a:lvl1pPr algn="ctr">
              <a:defRPr sz="3000" b="0" i="1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10" name="Marcador de texto 9"/>
          <p:cNvSpPr>
            <a:spLocks noGrp="1"/>
          </p:cNvSpPr>
          <p:nvPr>
            <p:ph type="body" sz="quarter" idx="13"/>
          </p:nvPr>
        </p:nvSpPr>
        <p:spPr>
          <a:xfrm>
            <a:off x="1426408" y="3352800"/>
            <a:ext cx="9339184" cy="381000"/>
          </a:xfrm>
        </p:spPr>
        <p:txBody>
          <a:bodyPr rtlCol="0"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1AD7857E-8E0E-4AC1-ABDC-E42462C788DE}"/>
              </a:ext>
            </a:extLst>
          </p:cNvPr>
          <p:cNvSpPr/>
          <p:nvPr userDrawn="1"/>
        </p:nvSpPr>
        <p:spPr>
          <a:xfrm>
            <a:off x="1750844" y="3962401"/>
            <a:ext cx="8690313" cy="1908173"/>
          </a:xfrm>
          <a:prstGeom prst="roundRect">
            <a:avLst>
              <a:gd name="adj" fmla="val 6552"/>
            </a:avLst>
          </a:prstGeom>
          <a:solidFill>
            <a:schemeClr val="accent3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857375" y="4021138"/>
            <a:ext cx="8486775" cy="176053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7F807C0-159D-4023-B2CD-EF2E4FDF4E3C}" type="datetime1">
              <a:rPr lang="es-ES" noProof="0" smtClean="0"/>
              <a:t>24/02/2026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53409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 descr="Celestia-R1---OverlayContentHD.png">
            <a:extLst>
              <a:ext uri="{FF2B5EF4-FFF2-40B4-BE49-F238E27FC236}">
                <a16:creationId xmlns:a16="http://schemas.microsoft.com/office/drawing/2014/main" id="{A1E35E73-B2F7-41DF-AAD2-58E6BE271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1" y="609599"/>
            <a:ext cx="10840914" cy="1260000"/>
          </a:xfrm>
        </p:spPr>
        <p:txBody>
          <a:bodyPr rtlCol="0">
            <a:normAutofit/>
          </a:bodyPr>
          <a:lstStyle>
            <a:lvl1pPr>
              <a:defRPr sz="30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85799" y="1869599"/>
            <a:ext cx="5202071" cy="916228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85800" y="2870201"/>
            <a:ext cx="5202071" cy="2916000"/>
          </a:xfrm>
          <a:prstGeom prst="roundRect">
            <a:avLst>
              <a:gd name="adj" fmla="val 2496"/>
            </a:avLst>
          </a:prstGeom>
          <a:ln w="28575">
            <a:solidFill>
              <a:schemeClr val="accent3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298270" y="1869599"/>
            <a:ext cx="5228444" cy="916228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298270" y="2870201"/>
            <a:ext cx="5202071" cy="2916000"/>
          </a:xfrm>
          <a:prstGeom prst="roundRect">
            <a:avLst>
              <a:gd name="adj" fmla="val 2798"/>
            </a:avLst>
          </a:prstGeom>
          <a:ln w="28575">
            <a:solidFill>
              <a:schemeClr val="accent3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9E6FEE0-0507-4CAC-8F13-F69AF8DA6DE7}" type="datetime1">
              <a:rPr lang="es-ES" noProof="0" smtClean="0"/>
              <a:t>24/02/2026</a:t>
            </a:fld>
            <a:endParaRPr lang="es-ES" noProof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8031B0A9-3E16-4C5B-A6CE-045BCB91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7150" y="939761"/>
            <a:ext cx="3666" cy="491143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6961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840914" cy="1260000"/>
          </a:xfrm>
        </p:spPr>
        <p:txBody>
          <a:bodyPr rtlCol="0">
            <a:normAutofit/>
          </a:bodyPr>
          <a:lstStyle>
            <a:lvl1pPr>
              <a:defRPr sz="30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E44449DE-635B-4B23-9B8B-C95A5B8764DB}"/>
              </a:ext>
            </a:extLst>
          </p:cNvPr>
          <p:cNvSpPr/>
          <p:nvPr userDrawn="1"/>
        </p:nvSpPr>
        <p:spPr>
          <a:xfrm>
            <a:off x="663356" y="1790228"/>
            <a:ext cx="10863358" cy="4080348"/>
          </a:xfrm>
          <a:prstGeom prst="roundRect">
            <a:avLst>
              <a:gd name="adj" fmla="val 2634"/>
            </a:avLst>
          </a:prstGeom>
          <a:solidFill>
            <a:schemeClr val="accent3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85802" y="1869600"/>
            <a:ext cx="5040000" cy="3921601"/>
          </a:xfrm>
          <a:prstGeom prst="roundRect">
            <a:avLst>
              <a:gd name="adj" fmla="val 1970"/>
            </a:avLst>
          </a:prstGeom>
          <a:ln w="28575">
            <a:noFill/>
          </a:ln>
          <a:effectLst/>
        </p:spPr>
        <p:txBody>
          <a:bodyPr rtlCol="0" anchor="t" anchorCtr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488644" y="1869601"/>
            <a:ext cx="5040000" cy="3921600"/>
          </a:xfrm>
          <a:prstGeom prst="roundRect">
            <a:avLst>
              <a:gd name="adj" fmla="val 2211"/>
            </a:avLst>
          </a:prstGeom>
          <a:ln w="28575">
            <a:noFill/>
          </a:ln>
          <a:effectLst/>
        </p:spPr>
        <p:txBody>
          <a:bodyPr rtlCol="0" anchor="t" anchorCtr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A76311-DCB1-48C0-BDFB-1E9BDDD89382}" type="datetime1">
              <a:rPr lang="es-ES" noProof="0" smtClean="0"/>
              <a:t>24/02/2026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E8539E0A-8009-4A6E-A7A1-5AEFA5220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7150" y="996911"/>
            <a:ext cx="3666" cy="491143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52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la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85801" y="609601"/>
            <a:ext cx="10840913" cy="3124199"/>
          </a:xfrm>
        </p:spPr>
        <p:txBody>
          <a:bodyPr rtlCol="0" anchor="ctr">
            <a:normAutofit/>
          </a:bodyPr>
          <a:lstStyle>
            <a:lvl1pPr algn="l">
              <a:defRPr sz="3000" b="0" cap="none"/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85800" y="3733800"/>
            <a:ext cx="10840914" cy="20574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CEDE662-50AF-41FC-8F39-BAF961B50A30}" type="datetime1">
              <a:rPr lang="es-ES" noProof="0" smtClean="0"/>
              <a:t>24/02/2026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83326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840914" cy="1260000"/>
          </a:xfrm>
        </p:spPr>
        <p:txBody>
          <a:bodyPr rtlCol="0">
            <a:normAutofit/>
          </a:bodyPr>
          <a:lstStyle>
            <a:lvl1pPr>
              <a:defRPr sz="30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9AC63EB-39BE-4E95-9DFE-D14A3D6BEB7B}" type="datetime1">
              <a:rPr lang="es-ES" noProof="0" smtClean="0"/>
              <a:t>24/02/2026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510649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2B8AD2-7362-4876-8731-B922CF9D9D1E}" type="datetime1">
              <a:rPr lang="es-ES" noProof="0" smtClean="0"/>
              <a:t>24/02/2026</a:t>
            </a:fld>
            <a:endParaRPr lang="es-ES" noProof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453706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Gray"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 bwMode="white">
          <a:xfrm>
            <a:off x="685801" y="609600"/>
            <a:ext cx="10840914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 bwMode="white">
          <a:xfrm>
            <a:off x="685801" y="2142067"/>
            <a:ext cx="10840914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CBC0D6D7-4DEE-4433-B569-99887D0E56FC}" type="datetime1">
              <a:rPr lang="es-ES" noProof="0" smtClean="0"/>
              <a:t>24/02/2026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266059" y="5870575"/>
            <a:ext cx="1260655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5D99DD2A-B520-4620-9B43-64B657BA2D42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0090699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1" r:id="rId2"/>
    <p:sldLayoutId id="2147483668" r:id="rId3"/>
    <p:sldLayoutId id="2147483679" r:id="rId4"/>
    <p:sldLayoutId id="2147483669" r:id="rId5"/>
    <p:sldLayoutId id="2147483680" r:id="rId6"/>
    <p:sldLayoutId id="2147483672" r:id="rId7"/>
    <p:sldLayoutId id="2147483665" r:id="rId8"/>
    <p:sldLayoutId id="2147483664" r:id="rId9"/>
    <p:sldLayoutId id="2147483671" r:id="rId10"/>
    <p:sldLayoutId id="2147483666" r:id="rId11"/>
    <p:sldLayoutId id="2147483667" r:id="rId12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uide.instructure.com/courses/31116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icono pilar">
            <a:extLst>
              <a:ext uri="{FF2B5EF4-FFF2-40B4-BE49-F238E27FC236}">
                <a16:creationId xmlns:a16="http://schemas.microsoft.com/office/drawing/2014/main" id="{FC7E2CCC-C53E-454B-9DE0-F2484BA0F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577705" y="1524000"/>
            <a:ext cx="1905000" cy="1905000"/>
          </a:xfrm>
          <a:prstGeom prst="rect">
            <a:avLst/>
          </a:prstGeom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635B398-1E7F-44AD-8356-8345134C9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2646" y="2716272"/>
            <a:ext cx="9917479" cy="2421464"/>
          </a:xfrm>
        </p:spPr>
        <p:txBody>
          <a:bodyPr rtlCol="0"/>
          <a:lstStyle/>
          <a:p>
            <a:r>
              <a:rPr lang="es-ES" b="1" dirty="0"/>
              <a:t>SOFTWARE A DESARROLLAR</a:t>
            </a:r>
            <a:br>
              <a:rPr lang="es-ES" b="1" dirty="0"/>
            </a:br>
            <a:r>
              <a:rPr lang="es-ES" b="1" dirty="0"/>
              <a:t>juego del ahorcado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2A3D91-AB3F-4EDF-B87E-FDDF6C5DC4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85000" lnSpcReduction="20000"/>
          </a:bodyPr>
          <a:lstStyle/>
          <a:p>
            <a:pPr rtl="0"/>
            <a:r>
              <a:rPr lang="es-ES" dirty="0"/>
              <a:t>nombre: cristina </a:t>
            </a:r>
            <a:r>
              <a:rPr lang="es-ES" dirty="0" err="1"/>
              <a:t>churucumbi</a:t>
            </a:r>
            <a:endParaRPr lang="es-ES" dirty="0"/>
          </a:p>
          <a:p>
            <a:r>
              <a:rPr lang="es-ES" dirty="0"/>
              <a:t>Asignatura: lógica de programaci</a:t>
            </a:r>
            <a:r>
              <a:rPr lang="es-E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ó</a:t>
            </a:r>
            <a:r>
              <a:rPr lang="es-ES" dirty="0"/>
              <a:t>n-</a:t>
            </a:r>
            <a:endParaRPr lang="es-EC" dirty="0">
              <a:solidFill>
                <a:srgbClr val="6B9F2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rtl="0"/>
            <a:endParaRPr lang="es-ES" dirty="0"/>
          </a:p>
          <a:p>
            <a:pPr rtl="0"/>
            <a:endParaRPr lang="es-ES" dirty="0"/>
          </a:p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52749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página enrollada">
            <a:extLst>
              <a:ext uri="{FF2B5EF4-FFF2-40B4-BE49-F238E27FC236}">
                <a16:creationId xmlns:a16="http://schemas.microsoft.com/office/drawing/2014/main" id="{F54CE4C8-2431-43FB-87C3-391A3BFF8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527" y="549804"/>
            <a:ext cx="1157288" cy="115728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FF32E04-E3CE-4175-B0D3-33D69BCB0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introducción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BA0452F-E4D7-4ED7-A292-A7A5A20AC5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2450" y="3134308"/>
            <a:ext cx="3814235" cy="3721906"/>
          </a:xfrm>
        </p:spPr>
        <p:txBody>
          <a:bodyPr rtlCol="0">
            <a:normAutofit fontScale="25000" lnSpcReduction="20000"/>
          </a:bodyPr>
          <a:lstStyle/>
          <a:p>
            <a:pPr algn="just"/>
            <a:r>
              <a:rPr lang="es-ES" sz="7200" dirty="0"/>
              <a:t>En esta presentación expongo el desarrollo de un programa en Python denominado </a:t>
            </a:r>
            <a:r>
              <a:rPr lang="es-ES" sz="7200" b="1" dirty="0"/>
              <a:t>Juego del Ahorcado</a:t>
            </a:r>
            <a:r>
              <a:rPr lang="es-ES" sz="7200" dirty="0"/>
              <a:t>.</a:t>
            </a:r>
          </a:p>
          <a:p>
            <a:pPr algn="just"/>
            <a:r>
              <a:rPr lang="es-ES" sz="7200" dirty="0"/>
              <a:t>El objetivo del programa es simular la dinámica tradicional del juego, permitiendo al usuario adivinar una palabra secreta mediante el ingreso de letras y con un número limitado de intentos. El sistema evalúa cada entrada, muestra los avances del jugador y determina automáticamente si se cumple la </a:t>
            </a:r>
            <a:r>
              <a:rPr lang="es-ES" dirty="0"/>
              <a:t>condición de victoria o derrota.</a:t>
            </a:r>
          </a:p>
          <a:p>
            <a:pPr rtl="0"/>
            <a:r>
              <a:rPr lang="es-ES" dirty="0"/>
              <a:t>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CD5072-9BC9-C729-6B28-51B1BDA34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C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82155CB-63C9-B27D-A0FF-F20E76757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2574" y="384313"/>
            <a:ext cx="6616976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962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1305F2-4D75-4D76-BA59-F00627AB8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es-ES" sz="4000" b="1" dirty="0">
                <a:latin typeface="Arial Narrow" panose="020B0606020202030204" pitchFamily="34" charset="0"/>
              </a:rPr>
              <a:t>Análisis del software a desarrollar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CB4E0E-ECE5-4628-8AFC-87C9EFB08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marL="0" indent="0" algn="just">
              <a:buNone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Para el desarrollo del juego del ahorcado se propone el uso del lenguaje de programación Python, debido a su sencillez y claridad. En esta etapa se desarrollará el software como tal, implementando el programa paso a paso y aplicando los conceptos fundamentales de la programación. Además, se analizarán y definirán los procesos necesarios para comprender el problema planteado y sus posibles soluciones, permitiendo identificar claramente qué se desea resolver y cómo llevarlo a cabo mediante código.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656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40810B-3A3F-FD48-6F85-B8194357FC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0987" y="169334"/>
            <a:ext cx="8683625" cy="738131"/>
          </a:xfrm>
        </p:spPr>
        <p:txBody>
          <a:bodyPr>
            <a:normAutofit fontScale="90000"/>
          </a:bodyPr>
          <a:lstStyle/>
          <a:p>
            <a:r>
              <a:rPr lang="es-ES" dirty="0"/>
              <a:t>Código  de programación </a:t>
            </a:r>
            <a:endParaRPr lang="es-EC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E983215-726A-3EC8-C751-D2F21439E9AB}"/>
              </a:ext>
            </a:extLst>
          </p:cNvPr>
          <p:cNvSpPr txBox="1"/>
          <p:nvPr/>
        </p:nvSpPr>
        <p:spPr>
          <a:xfrm>
            <a:off x="575733" y="907465"/>
            <a:ext cx="4741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200" dirty="0"/>
              <a:t>1</a:t>
            </a:r>
            <a:endParaRPr lang="es-EC" sz="7200" dirty="0"/>
          </a:p>
        </p:txBody>
      </p:sp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21411906-406E-5CB4-F088-9B3833980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388" y="1100902"/>
            <a:ext cx="8277224" cy="5265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505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56B737-01B7-AF15-5275-3BA2056AA0E6}"/>
              </a:ext>
            </a:extLst>
          </p:cNvPr>
          <p:cNvSpPr txBox="1"/>
          <p:nvPr/>
        </p:nvSpPr>
        <p:spPr>
          <a:xfrm>
            <a:off x="575733" y="907465"/>
            <a:ext cx="4741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200" dirty="0"/>
              <a:t>2</a:t>
            </a:r>
            <a:endParaRPr lang="es-EC" sz="7200" dirty="0"/>
          </a:p>
        </p:txBody>
      </p:sp>
      <p:pic>
        <p:nvPicPr>
          <p:cNvPr id="10" name="Imagen 9" descr="Texto&#10;&#10;El contenido generado por IA puede ser incorrecto.">
            <a:extLst>
              <a:ext uri="{FF2B5EF4-FFF2-40B4-BE49-F238E27FC236}">
                <a16:creationId xmlns:a16="http://schemas.microsoft.com/office/drawing/2014/main" id="{656DC88B-8C6A-1ACA-355B-76D090E42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266" y="486730"/>
            <a:ext cx="9279468" cy="588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443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9D39A37-E0C2-0939-3CD7-F08247AFF42F}"/>
              </a:ext>
            </a:extLst>
          </p:cNvPr>
          <p:cNvSpPr txBox="1"/>
          <p:nvPr/>
        </p:nvSpPr>
        <p:spPr>
          <a:xfrm>
            <a:off x="575733" y="907465"/>
            <a:ext cx="4741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200" dirty="0"/>
              <a:t>3</a:t>
            </a:r>
            <a:endParaRPr lang="es-EC" sz="7200" dirty="0"/>
          </a:p>
        </p:txBody>
      </p:sp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8D081DBE-E6B1-FCCD-1635-220D4C542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728" y="762000"/>
            <a:ext cx="10019170" cy="517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916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239401B4-3C1A-D8FD-6690-9C82772BC1B9}"/>
              </a:ext>
            </a:extLst>
          </p:cNvPr>
          <p:cNvSpPr txBox="1"/>
          <p:nvPr/>
        </p:nvSpPr>
        <p:spPr>
          <a:xfrm>
            <a:off x="575733" y="907465"/>
            <a:ext cx="4741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200" dirty="0"/>
              <a:t>4</a:t>
            </a:r>
            <a:endParaRPr lang="es-EC" sz="7200" dirty="0"/>
          </a:p>
        </p:txBody>
      </p:sp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0D7B408A-3B35-E7BA-4865-390914E41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298" y="298174"/>
            <a:ext cx="9007404" cy="626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3077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">
      <a:majorFont>
        <a:latin typeface="Corbel"/>
        <a:ea typeface=""/>
        <a:cs typeface=""/>
      </a:majorFont>
      <a:minorFont>
        <a:latin typeface="Corbel"/>
        <a:ea typeface=""/>
        <a:cs typeface="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60957917_TF22736411_Win32" id="{C8ED91A2-883A-4FE9-817B-B440AD390F80}" vid="{0A6B9333-370E-4991-9328-8ECC0ED82A76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Evento famoso en una presentación de historia</Template>
  <TotalTime>193</TotalTime>
  <Words>188</Words>
  <Application>Microsoft Office PowerPoint</Application>
  <PresentationFormat>Panorámica</PresentationFormat>
  <Paragraphs>18</Paragraphs>
  <Slides>7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Arial Narrow</vt:lpstr>
      <vt:lpstr>Calibri</vt:lpstr>
      <vt:lpstr>Corbel</vt:lpstr>
      <vt:lpstr>Celestial</vt:lpstr>
      <vt:lpstr>SOFTWARE A DESARROLLAR juego del ahorcado</vt:lpstr>
      <vt:lpstr>introducción</vt:lpstr>
      <vt:lpstr>Análisis del software a desarrollar</vt:lpstr>
      <vt:lpstr>Código  de programación 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CHURUCHUMBI CAMPUES CRISTINA ANABEL</dc:creator>
  <cp:lastModifiedBy>CHURUCHUMBI CAMPUES CRISTINA ANABEL</cp:lastModifiedBy>
  <cp:revision>3</cp:revision>
  <dcterms:created xsi:type="dcterms:W3CDTF">2026-02-22T23:39:02Z</dcterms:created>
  <dcterms:modified xsi:type="dcterms:W3CDTF">2026-02-25T01:50:34Z</dcterms:modified>
</cp:coreProperties>
</file>